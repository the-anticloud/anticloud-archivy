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26 TRL 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2026-10-02T09:56:59.829225Z | Framework ID: 26_TRL_ML</a:t>
            </a:r>
          </a:p>
          <a:p>
            <a:r>
              <a:t>Nature Commun. 2022, doi:10.1038/s41467-022-33128-9</a:t>
            </a:r>
          </a:p>
          <a:p>
            <a:r>
              <a:t>TRL 8 — System complete and qualified; real inference verified on Kaggle T4</a:t>
            </a:r>
          </a:p>
          <a:p>
            <a:r>
              <a:t>TRL 8/9</a:t>
            </a:r>
          </a:p>
          <a:p>
            <a:r>
              <a:t>PAX L5 Narrow L2 General 27B: real GGUF inference on T4 GPU confirmed. SingleBinary module at TRL 6 (deterministic=False pending PyInstaller CI).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